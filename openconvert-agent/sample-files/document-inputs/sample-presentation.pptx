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OpenConvert presentation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tests local conversion to 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